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64" autoAdjust="0"/>
    <p:restoredTop sz="94660"/>
  </p:normalViewPr>
  <p:slideViewPr>
    <p:cSldViewPr snapToGrid="0">
      <p:cViewPr>
        <p:scale>
          <a:sx n="125" d="100"/>
          <a:sy n="125" d="100"/>
        </p:scale>
        <p:origin x="-2028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093EA-B576-C817-4254-E47D8E502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AA60DF5-CD44-9045-EE75-601FF2A06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3C6848-826A-CA22-5318-6B5F42BB2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8408-711A-4134-B109-F11620F11A33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7AC502-C232-8634-079A-3B7C77113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6E684D-3DB8-8436-64F2-148C224C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A70D-4F61-4C08-9998-A188CFC683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698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2D2B-8F9B-21B2-F7BF-886259DF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7D8D77-C4ED-54FF-53E7-B7C26DB7F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3293B9-7730-C237-5780-9A7BF36B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8408-711A-4134-B109-F11620F11A33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30FAEC-EE23-5C60-BBDC-974D1EF4A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615E02-D9B3-0AAD-2452-E4C0B214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A70D-4F61-4C08-9998-A188CFC683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3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B3A5C-6DEE-C2E1-43BD-5146CCB3C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5509E7-E491-E5A6-0AFA-DBBC3CF67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4E38FB-6C3D-959C-B9F6-F6926575A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8408-711A-4134-B109-F11620F11A33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AA07CE-1ECC-0361-0470-409B1D83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5BAE97-8809-8B72-789E-6D4FDC2C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A70D-4F61-4C08-9998-A188CFC683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229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D2664D-71BE-BD85-A3F9-ACE281BDF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43450B-53C5-C157-8B47-C3B1705365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2FFCDC-0B7F-97F6-7598-35EF42319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BFEFA4-A604-D0DF-DC6B-6D25ADEE1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8408-711A-4134-B109-F11620F11A33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6F2277-C560-BE96-0B79-B73E785B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FBFBB0-5A32-D244-6352-E62CAEBF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A70D-4F61-4C08-9998-A188CFC683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004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42A36-0FCC-4FCE-8976-06FDF17B9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4A37EC-F631-535C-09AC-ED5DAE661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A9E630-A307-D87F-4A58-1C83FA649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50E701-BF2A-3920-6C45-F61E17B50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D52312-6EF9-C617-34DD-FD86F9EF05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A97C04B-8BA0-2034-BFA1-794CC8E5F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8408-711A-4134-B109-F11620F11A33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B99F1DA-C8AC-2FA7-2EA6-DEC38D031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33A2C2-E7A9-2102-AF16-2A6F4A6F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A70D-4F61-4C08-9998-A188CFC683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79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0A5A2-259D-C765-AF79-0925BEBE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D421215-A864-F6AB-9025-055B9CB8A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8408-711A-4134-B109-F11620F11A33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E3B4E8-FB88-28E5-A886-4FEA9329C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AC7963-0F65-AEEE-AD90-C4D3EA3CE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A70D-4F61-4C08-9998-A188CFC683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87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DE7423-9A1C-B0DF-7CCE-EECB552ED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8408-711A-4134-B109-F11620F11A33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E081A17-B1C7-6464-528A-374C8C769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66A59-7378-B70F-65B3-6DEEC1DC3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A70D-4F61-4C08-9998-A188CFC683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37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60236-D41B-41EE-1BF2-5AAEEF7D8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37B6F0-DC31-8B60-BD5F-B61AE2E89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0AE1C7-8F43-1370-4745-321C4E35C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3129BE-D599-4C7E-7136-26E79BDC4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8408-711A-4134-B109-F11620F11A33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3F7663-EFCF-5368-7D7F-32EC7F220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04D59F-3E1B-8B0F-554C-8A22D0E8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A70D-4F61-4C08-9998-A188CFC683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738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6D95F-03D2-0BDA-5AF7-393D66B71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1AB784-AF30-8A18-FC7F-DCC95D36A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3870E6-A74B-CBA9-00F6-F670A84F0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7AB074-EC63-11B2-921D-02AFA584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8408-711A-4134-B109-F11620F11A33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469E20-6A5A-5689-0F9E-FD7169237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0B48D7-6B82-DE00-9D70-037FC17E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A70D-4F61-4C08-9998-A188CFC683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262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546A0-D667-0C27-E69C-A4535B0C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16C384-9624-1F49-ED4D-245985AA7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300BD5-E1FF-841E-7468-622805F4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8408-711A-4134-B109-F11620F11A33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B763BB-1D42-ACCF-D1F0-35B67368F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32757-A850-0434-A872-C434D110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A70D-4F61-4C08-9998-A188CFC683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13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5C543AE-D15E-877E-9FAD-8F329B499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A3E4DF-C59C-EB54-3A23-552E26428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AEFAB1-278B-EBC5-B272-8CA792383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78408-711A-4134-B109-F11620F11A33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1E8DDE-AD3A-3DFA-E2F1-65266ED48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D8B51F-E0B4-924D-0706-24E423E3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A70D-4F61-4C08-9998-A188CFC683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95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F83A89-0C03-E545-D3A2-434FF83E9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A8B10D-B7F3-543E-15E3-1DB44B94D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975AF8-7220-D34A-2511-C2FB09F34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78408-711A-4134-B109-F11620F11A33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56CCA9-9703-78C8-2D31-662AA849E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E46D65-8D4A-ED70-DC53-57A1A2C20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83A70D-4F61-4C08-9998-A188CFC683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04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562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10000" t="2000" r="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D3B4B-72F9-F390-0126-DFBC0E309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회로 구성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21C755-C6AA-7DC7-1C53-B21C522844C0}"/>
              </a:ext>
            </a:extLst>
          </p:cNvPr>
          <p:cNvSpPr txBox="1"/>
          <p:nvPr/>
        </p:nvSpPr>
        <p:spPr>
          <a:xfrm>
            <a:off x="9176000" y="3302041"/>
            <a:ext cx="769620" cy="2539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LCD SCL</a:t>
            </a:r>
            <a:endParaRPr lang="ko-KR" alt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75ABC5-2B5C-FE68-5649-B9844EE747F1}"/>
              </a:ext>
            </a:extLst>
          </p:cNvPr>
          <p:cNvSpPr txBox="1"/>
          <p:nvPr/>
        </p:nvSpPr>
        <p:spPr>
          <a:xfrm>
            <a:off x="9176000" y="3555957"/>
            <a:ext cx="769620" cy="2539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LCD SDA</a:t>
            </a:r>
            <a:endParaRPr lang="ko-KR" alt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C49A7F-F9EA-46DA-7E2D-DE9B37EB3A42}"/>
              </a:ext>
            </a:extLst>
          </p:cNvPr>
          <p:cNvSpPr txBox="1"/>
          <p:nvPr/>
        </p:nvSpPr>
        <p:spPr>
          <a:xfrm>
            <a:off x="8406380" y="1491148"/>
            <a:ext cx="769620" cy="2539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LCD VCC</a:t>
            </a:r>
            <a:endParaRPr lang="ko-KR" alt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B5487D-27BE-9E80-6345-4D576AB8BE62}"/>
              </a:ext>
            </a:extLst>
          </p:cNvPr>
          <p:cNvSpPr txBox="1"/>
          <p:nvPr/>
        </p:nvSpPr>
        <p:spPr>
          <a:xfrm>
            <a:off x="8406380" y="5239894"/>
            <a:ext cx="769620" cy="2539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LCD GND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717465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</Words>
  <Application>Microsoft Office PowerPoint</Application>
  <PresentationFormat>와이드스크린</PresentationFormat>
  <Paragraphs>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회로 구성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유훈 이</dc:creator>
  <cp:lastModifiedBy>유훈 이</cp:lastModifiedBy>
  <cp:revision>1</cp:revision>
  <dcterms:created xsi:type="dcterms:W3CDTF">2025-12-10T13:11:04Z</dcterms:created>
  <dcterms:modified xsi:type="dcterms:W3CDTF">2025-12-10T13:26:14Z</dcterms:modified>
</cp:coreProperties>
</file>